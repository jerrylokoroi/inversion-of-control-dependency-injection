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Set the frame: this is a practical, code-first walkthrough of one small demo project (DiDemo), not a theory lecture. Everything after this is real, runnable code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cards left to right, top to bottom. Frame it as: we'll build up from the naive version to the production-safe version, using one example the whole way through — placing an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anti-pattern: a service that constructs its own collaborator. It works, but it can never be tested in isolation or reconfigured without editing this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pattern the rest of the talk builds on: constructor injection. OrderService never knows or cares whether it's talking to SQL and SMTP, or to fakes in a unit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whole architecture. Every service in the demo talks to the middle or right column only through the interface in the left column — it never knows which one it's actually holding.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resolutions from the same IServiceScope return the same RequestId. Two separate scopes, simulating two web requests, return different ids. This is the mental model the next act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DEEP DIVE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.NET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tight coupling to testable, lifetime-safe services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DiDemo — a six-part walkthrough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85455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[Presentation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acts, one running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1343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4495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that builds its own dependencies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214884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66818" y="231343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04495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injection, wired by hand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7797" y="214884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56397" y="231343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304495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ServiceCollection takes over the wiring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27939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17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1091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fakes, zero infrastructure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41148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66818" y="427939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66818" y="4617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501091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Transient, Scoped and Singleton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27797" y="41148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56397" y="427939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56397" y="4617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pitfall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501091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dependencies — and the fix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·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class builds its own dependencies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36576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BeforeOrderService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SmtpEmailSender _emailSender;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BeforeOrderService()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_emailSender = new SmtpEmailSender("smtp.company.com");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PlaceOrder(Order order)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_emailSender.Send(order.CustomerEmail, "Order confirmed");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214884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hurts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60604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hard-codes new SmtpEmailSender(...) — nothing can swap it out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PlaceOrder means sending a real email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email infrastructure means changing this class too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a concrete type, not an abstraction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Services/BeforeOrderService.cs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 on abstractions, not concrete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36576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OrderService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IOrderRepository _repository;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IEmailSender _emailSender;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OrderService(IOrderRepository repository, IEmailSender emailSender)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_repository = repository ?? throw new ArgumentNullException(...);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_emailSender = emailSender ?? throw new ArgumentNullException(...);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PlaceOrder(Order order)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_repository.Save(order);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_emailSender.Send(order.CustomerEmail, "Order confirmed");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214884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60604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constructor parameters are interfaces, not concrete classes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are checked once, at construction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"new" anywhere inside the class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 is agnostic to whatever is plugged in behind the interfaces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Services/OrderService.cs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· MANUAL DI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a container to do 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237744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repository = new SqlOrderRepository("Server=prod-db;...");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emailSender = new SmtpEmailSender("smtp.company.com");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new OrderService(repository, emailSender);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service.PlaceOrder(order);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214884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dependency injection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60604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dependencies are still constructed outside the class and passed in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is a convenience for building object graphs at scale — not a requirement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small scale, "new" at the composition root is enough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— Section 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· THE CONTAINER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ServiceCollection takes over the wiring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4415" cy="283464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106372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services = new ServiceCollection();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services.AddScoped&lt;IOrderRepository, SqlOrderRepository&gt;(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new SqlOrderRepository("Server=prod-db;..."));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services.AddScoped&lt;IEmailSender, SmtpEmailSender&gt;(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new SmtpEmailSender("smtp.company.com"));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services.AddScoped&lt;OrderService&gt;();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provider = services.BuildServiceProvider();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provider.GetRequiredService&lt;OrderService&gt;();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285232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factory delegate: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SqlOrderRepository and SmtpEmailSender take primitive constructor arguments (connection strings) the container can't supply on its own.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— Section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interface, two worlds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Abstractions decouple what the code does from what it runs against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4415" cy="27432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implementation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(for tests)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IOrderRepository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SqlOrderRepository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FakeOrderRepository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IEmailSender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SmtpEmailSender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FakeEmailSender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IRequestContext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RequestContext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(lifetimes, not testability)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OrderService, BadSingletonService and GoodSingletonService only ever see the left-hand column.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· THE PAYOFF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infrastructure, full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329184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repository = new FakeOrderRepository();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emailSender = new FakeEmailSender();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new OrderService(repository, emailSender);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service.PlaceOrder(order);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Assert.Single(repository.SavedOrders);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Assert.Single(emailSender.SentEmails);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228600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database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SMTP server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run against recorded state, not side effects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entire reason to depend on abstractions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— Section 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 · LIFETIMES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Lifetimes decide who shares an instance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instance every time it's resolved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21488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23317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7432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per scope — e.g. per web request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7797" y="21488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397" y="23317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27432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for the whole application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605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IDENTITY DEMO — IRequestContext.RequestId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72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A, resolved twice  →  same RequestId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749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B  →  a different RequestId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6 · THE PITFALL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captive dependency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36576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BadSingletonService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IRequestContext _context;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BadSingletonService(IRequestContext context)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_context = context;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services.AddSingleton&lt;BadSingletonService&gt;();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ServiceProviderOptions { ValidateScopes = true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provider.GetRequiredService&lt;BadSingletonService&gt;();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InvalidOperationException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214884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dangerous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60604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Singleton captures a Scoped IRequestContext directly in its constructor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validation, the first resolution's RequestId leaks to every future caller — forever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ValidateScopes = true turns this into a loud failure at resolution time, not a silent bug in production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Services/BadSingletonService.cs · Program.cs — Section 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the factory, not the instance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36576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GoodSingletonService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IServiceScopeFactory _scopeFactory;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GoodSingletonService(IServiceScopeFactory scopeFactory)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_scopeFactory = scopeFactory;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Guid GetFreshRequestId()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var scope = _scopeFactory.CreateScope();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scope.ServiceProvider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.GetRequiredService&lt;IRequestContext&gt;().RequestId;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95160" y="214884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606040"/>
            <a:ext cx="46478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Singleton that needs Scoped data creates its own scope on demand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holds the Scoped instance itself — only the factory that can produce one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to GetFreshRequestId gets a correctly-scoped, up-to-date value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Services/GoodSingletonService.cs · Program.cs — Section 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rules to take back to your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1343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abstractions, not concrete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214884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6818" y="231343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697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is optional — a convenience at scale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214884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6397" y="231343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2697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 + fakes = fast, real unit 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27939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6344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lifetimes to how long state should live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8218" y="41148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66818" y="427939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66818" y="466344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Singleton capture a Scoped dependency directly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7797" y="4114800"/>
            <a:ext cx="351525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56397" y="4279392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56397" y="466344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ValidateScopes — fail fast, not in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in this talk is runnable — clone DiDemo and step through it with dotnet run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— DiDemo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[Contact]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Dependency Injection in .NET — DiDemo Walkthrough</dc:title>
  <dc:subject>PptxGenJS Presentation</dc:subject>
  <dc:creator>DiDemo</dc:creator>
  <cp:lastModifiedBy>DiDemo</cp:lastModifiedBy>
  <cp:revision>1</cp:revision>
  <dcterms:created xsi:type="dcterms:W3CDTF">2026-09-22T07:33:27Z</dcterms:created>
  <dcterms:modified xsi:type="dcterms:W3CDTF">2026-09-22T07:33:27Z</dcterms:modified>
</cp:coreProperties>
</file>